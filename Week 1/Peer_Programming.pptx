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Programming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Development for Better Code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Dr. Hemang Subramanian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Peer Programming?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657600"/>
          </a:xfrm>
          <a:prstGeom prst="roundRect">
            <a:avLst>
              <a:gd name="adj" fmla="val 2500"/>
            </a:avLst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5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collaborative coding with 2-3 developers working together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5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ownership and immediate feedback on code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5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from pair programming (2 people) — peer programming leverages 3rd perspective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5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Synchronous, shared development environment with clear role rotation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in Peer Programming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548640"/>
          </a:xfrm>
          <a:prstGeom prst="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code, hands on keyboard, executes the plan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188720"/>
            <a:ext cx="2651760" cy="548640"/>
          </a:xfrm>
          <a:prstGeom prst="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0" y="19202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 ahead, reviews logic, suggests next steps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188720"/>
            <a:ext cx="2651760" cy="548640"/>
          </a:xfrm>
          <a:prstGeom prst="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19202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5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patterns, catches gaps, big-picture thinking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rotate every 15-30 minutes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 a Microservice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multiple viewpoints on design decisions and integration patterns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Production Issues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514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pairs of eyes catch what one person might miss under pressure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Business Logic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520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benefits from diverse perspectives on problem-solving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Efficiency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Observer catches issues driver/navigator miss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Continuous code review built-in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Richer knowledge exchange than 1-on-1 pairing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Scalability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Scalable mentoring (1 expert + 2 learners)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Natural role rotation spreads learning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Better for large, complex problems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Roles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15-30 minutes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28016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Communication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1783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handoffs &amp; feedback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37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Collaborative Tools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sharing, shared IDE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320040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3337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 Sessions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3703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60-90 minute blocks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Peer Programming</dc:title>
  <dc:subject>PptxGenJS Presentation</dc:subject>
  <dc:creator>Claude</dc:creator>
  <cp:lastModifiedBy>Claude</cp:lastModifiedBy>
  <cp:revision>1</cp:revision>
  <dcterms:created xsi:type="dcterms:W3CDTF">2026-06-27T14:41:14Z</dcterms:created>
  <dcterms:modified xsi:type="dcterms:W3CDTF">2026-06-27T14:41:14Z</dcterms:modified>
</cp:coreProperties>
</file>